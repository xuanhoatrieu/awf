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Cong cu va Moi truong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Phan I - Bai 02 - Nhap Mon Hoc May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Muc tieu bai 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Thiet lap Google Colab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Thao tac NumPy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Doc du lieu Pandas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Truc quan hoa Matplotlib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Noi dung bai 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1. Moi truong tinh toan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2. He sinh thai thu vien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9D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9C46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Moi truong Tinh toan Tuong tac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Google Colab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Jupyter Notebook tren cloud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Mien phi GPU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Chia se de dang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Quan ly thu vien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200">
                <a:solidFill>
                  <a:srgbClr val="264653"/>
                </a:solidFill>
                <a:latin typeface="Calibri"/>
              </a:defRPr>
            </a:pPr>
            <a:r>
              <a:t>import numpy as np</a:t>
            </a:r>
          </a:p>
          <a:p>
            <a:pPr lvl="1">
              <a:spcAft>
                <a:spcPts val="800"/>
              </a:spcAft>
              <a:defRPr b="0" sz="1800">
                <a:solidFill>
                  <a:srgbClr val="264653"/>
                </a:solidFill>
                <a:latin typeface="Calibri"/>
              </a:defRPr>
            </a:pPr>
            <a:r>
              <a:t>Thu vien tinh toan so hoc</a:t>
            </a:r>
          </a:p>
          <a:p>
            <a:pPr>
              <a:spcAft>
                <a:spcPts val="600"/>
              </a:spcAft>
              <a:defRPr b="1" sz="2200">
                <a:solidFill>
                  <a:srgbClr val="264653"/>
                </a:solidFill>
                <a:latin typeface="Calibri"/>
              </a:defRPr>
            </a:pPr>
            <a:r>
              <a:t>import pandas as pd</a:t>
            </a:r>
          </a:p>
          <a:p>
            <a:pPr lvl="1">
              <a:spcAft>
                <a:spcPts val="800"/>
              </a:spcAft>
              <a:defRPr b="0" sz="1800">
                <a:solidFill>
                  <a:srgbClr val="264653"/>
                </a:solidFill>
                <a:latin typeface="Calibri"/>
              </a:defRPr>
            </a:pPr>
            <a:r>
              <a:t>Thu vien xu ly du lieu bang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9D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9C46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He sinh thai Thu vien Nen tang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NumPy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Mang ndarray dong nhat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Vector hoa nhanh gap 100x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Broadcasting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Tong 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Google Colab = moi truong sandbox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NumPy = tinh toan nhanh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Pandas = du lieu bang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Matplotlib = truc quan hoa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4653"/>
                </a:solidFill>
                <a:latin typeface="Georgia"/>
              </a:defRPr>
            </a:pPr>
            <a:r>
              <a:t>Thao luan &amp; Bai tap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Bai 1: Tao vector NumPy 10 phan tu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Bai 2: Nap California Housing</a:t>
            </a:r>
          </a:p>
          <a:p>
            <a:pPr>
              <a:spcAft>
                <a:spcPts val="600"/>
              </a:spcAft>
              <a:defRPr b="0" sz="2000">
                <a:solidFill>
                  <a:srgbClr val="264653"/>
                </a:solidFill>
                <a:latin typeface="Calibri"/>
              </a:defRPr>
            </a:pPr>
            <a:r>
              <a:t>Bai 3: Bao cao EDA</a:t>
            </a:r>
          </a:p>
        </p:txBody>
      </p:sp>
      <p:sp>
        <p:nvSpPr>
          <p:cNvPr id="4" name="Oval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eorgia"/>
              </a:defRPr>
            </a:pPr>
            <a:r>
              <a:t>Cam on!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Bai tiep theo: Tien xu ly Du lieu &amp; 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